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shkafrede4444@gmail.com" initials="m" lastIdx="1" clrIdx="0">
    <p:extLst>
      <p:ext uri="{19B8F6BF-5375-455C-9EA6-DF929625EA0E}">
        <p15:presenceInfo xmlns:p15="http://schemas.microsoft.com/office/powerpoint/2012/main" userId="f16baec3090ce0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8T16:26:47.811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0E41E-80AC-4992-B1ED-72592740A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91FF62-5029-40D5-BF28-C7EC4BC434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65EB7C-A8B3-4AF7-B53B-096E75FD6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DCDB-83FE-4E4D-9EA3-0C108D8B9B1D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F8492B-5EB6-4793-AC56-1BF31D233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DAB696-3DFE-43E0-AA75-FEB4900B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4C4D-7875-41F0-B760-1E60E36A5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643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420162-C79C-47DF-9CD5-6602D5EF8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ACE6EE-CE28-46AB-B48C-497BFB730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CD8F0E-6C77-47AB-B019-272D13E1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DCDB-83FE-4E4D-9EA3-0C108D8B9B1D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E1F68F-8588-420D-ACFC-D6279CFA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0FC077-A2D6-453B-914A-AB87283E9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4C4D-7875-41F0-B760-1E60E36A5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43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1E6DB3-305A-4428-83FE-1009FE5B8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D4C3C1-CB6C-40B3-AF6A-90458C4D6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EFADC7-7DE2-4B4D-9878-13D2B9043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DCDB-83FE-4E4D-9EA3-0C108D8B9B1D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16CA3A-D481-4A3F-A18D-200530248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C1EAD3-8F00-4994-98B6-5F5357222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4C4D-7875-41F0-B760-1E60E36A5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93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AFAFB1-B4F3-4F96-8EB0-87E034D7B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C8136B-C546-4E17-B9F8-2B91745E22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A52AA3-F924-4FDB-A67D-52E3F4FFF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3C588F-924C-464E-83CE-B5B1CCBC7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DCDB-83FE-4E4D-9EA3-0C108D8B9B1D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1C03AD-8E54-4C5A-93E7-551D64E62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E7D919-5786-46C9-B327-FCC9987A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4C4D-7875-41F0-B760-1E60E36A5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093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58771A-5199-4212-A3A2-AE63674EA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9A8748-05B8-42BD-A2E9-7AA6779DB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FC9A35F-39C0-4865-AB01-BE1DC35BB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631FDCD-7503-4267-B9AA-759CAD18B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6DFD530-EF53-4D91-AD01-D441456DA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CD2B57E-5A34-4F27-B360-90A8C507C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DCDB-83FE-4E4D-9EA3-0C108D8B9B1D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7B0EDD0-F751-445E-B542-B9079FB92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8CE9360-FC84-4944-9229-8272AB5B0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4C4D-7875-41F0-B760-1E60E36A5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65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119959-E507-4BB4-AE50-17487688F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1D1A92C-DEC1-4901-A7A6-E91913311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DCDB-83FE-4E4D-9EA3-0C108D8B9B1D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227E8E2-C760-4F3A-92E2-A41D5AD39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A82AAEB-72CE-4500-8A06-56281213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4C4D-7875-41F0-B760-1E60E36A5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377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F23BE3B-DD87-41C6-B3B7-4F40FF26A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DCDB-83FE-4E4D-9EA3-0C108D8B9B1D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644FEDD-A8BF-401A-8E7D-E4DE374FD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7B46F7-2602-4F78-A240-137540A5C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4C4D-7875-41F0-B760-1E60E36A5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715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9C174-7E6B-4860-ACE8-87F2968DA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98B257-BF90-45FA-B8A0-0E6138EBF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E86D247-02D7-4830-AEC4-C3F86946F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71F140-8B42-4513-95CB-471EE6BF8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DCDB-83FE-4E4D-9EA3-0C108D8B9B1D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9EB56D-7679-4416-A56F-255CF6D7F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AC17AE-1710-4417-AE65-AB953CC1A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4C4D-7875-41F0-B760-1E60E36A5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967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ABB54-22EE-415A-AFC1-EE9810729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2D663C9-4604-446C-9DCD-52B4E37120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E50A9CA-98E7-4432-ACF4-581260214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A36783-666B-4868-A827-763C95F8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DCDB-83FE-4E4D-9EA3-0C108D8B9B1D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FC1D53-E381-4511-B29A-AA32D6952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0EF042-698B-47A7-9F0B-26D074D7D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4C4D-7875-41F0-B760-1E60E36A5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1106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D78F9F-A9E3-4842-9113-ED4BD74E8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A533A26-6CA4-4050-BB53-A7B921582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7840AE-8D61-44D1-AAA3-0165F024F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DCDB-83FE-4E4D-9EA3-0C108D8B9B1D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2D65E9-EF4C-4BAE-9A32-D2F49715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3AD01D-321E-49E2-9BCC-2CAF08D8B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4C4D-7875-41F0-B760-1E60E36A5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597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4E94077-1EAE-4745-8F32-D768156936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D3DAEF2-DB2D-4D19-B9E1-13AD0A431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C4EBE6-011B-4144-BF8D-378733C2C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DCDB-83FE-4E4D-9EA3-0C108D8B9B1D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E8C6D8-3B47-4CB8-8B0A-894634DA7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BC43C5-BDD2-4744-92D8-133BAC9EF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4C4D-7875-41F0-B760-1E60E36A5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935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1DE9F0-8930-4D8B-B369-DE20BEC1A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953192-329C-40E8-B6B9-8CFD266E9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2618A6-2C72-420C-A50C-16E6356D45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2DCDB-83FE-4E4D-9EA3-0C108D8B9B1D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464EE9-5ECE-4B3B-83DE-D27369B31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4DBD8F-D33B-4C38-B89D-CD9E6F7FF2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64C4D-7875-41F0-B760-1E60E36A5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476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11E7D3-DFB1-416B-9E29-BD34803C6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5929"/>
            <a:ext cx="9144000" cy="2387600"/>
          </a:xfrm>
        </p:spPr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Spacecube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D2D3BD6-4076-456B-9652-14877FBAB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rgbClr val="0070C0"/>
                </a:solidFill>
              </a:rPr>
              <a:t>Сделали Арсений</a:t>
            </a:r>
            <a:r>
              <a:rPr lang="en-US" sz="2800" dirty="0">
                <a:solidFill>
                  <a:srgbClr val="0070C0"/>
                </a:solidFill>
              </a:rPr>
              <a:t>,</a:t>
            </a:r>
            <a:r>
              <a:rPr lang="ru-RU" sz="2800" dirty="0">
                <a:solidFill>
                  <a:srgbClr val="0070C0"/>
                </a:solidFill>
              </a:rPr>
              <a:t> Назар и Айдар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D510E0-16F9-4365-838B-615926B992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850" y="635929"/>
            <a:ext cx="13843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85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6351BB-0871-4D71-8CE9-B4107C6C7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2BB211-90B9-42BC-A0E5-B2289EFB7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Сделан этакий </a:t>
            </a:r>
            <a:r>
              <a:rPr lang="en-US" dirty="0"/>
              <a:t>shoot-</a:t>
            </a:r>
            <a:r>
              <a:rPr lang="en-US" dirty="0" err="1"/>
              <a:t>em</a:t>
            </a:r>
            <a:r>
              <a:rPr lang="en-US" dirty="0"/>
              <a:t> up</a:t>
            </a:r>
            <a:r>
              <a:rPr lang="ru-RU" dirty="0"/>
              <a:t> с пришельцами</a:t>
            </a:r>
          </a:p>
          <a:p>
            <a:endParaRPr lang="ru-RU" dirty="0"/>
          </a:p>
          <a:p>
            <a:r>
              <a:rPr lang="ru-RU" dirty="0"/>
              <a:t>Игра идёт волнами</a:t>
            </a:r>
            <a:r>
              <a:rPr lang="en-US" dirty="0"/>
              <a:t>,</a:t>
            </a:r>
            <a:r>
              <a:rPr lang="ru-RU" dirty="0"/>
              <a:t> с каждой волной усложнение но и больше очков</a:t>
            </a:r>
          </a:p>
          <a:p>
            <a:endParaRPr lang="ru-RU" dirty="0"/>
          </a:p>
          <a:p>
            <a:r>
              <a:rPr lang="ru-RU" dirty="0"/>
              <a:t>Запись рекордов в текстовый файл по типу старых </a:t>
            </a:r>
            <a:r>
              <a:rPr lang="ru-RU" dirty="0" err="1"/>
              <a:t>аркадок</a:t>
            </a:r>
            <a:endParaRPr lang="ru-RU" dirty="0"/>
          </a:p>
          <a:p>
            <a:endParaRPr lang="ru-RU" dirty="0"/>
          </a:p>
          <a:p>
            <a:r>
              <a:rPr lang="ru-RU" dirty="0"/>
              <a:t>В целом игра вдохновлена ретро </a:t>
            </a:r>
            <a:r>
              <a:rPr lang="en-US" dirty="0" err="1"/>
              <a:t>shoot’em</a:t>
            </a:r>
            <a:r>
              <a:rPr lang="en-US" dirty="0"/>
              <a:t> up’</a:t>
            </a:r>
            <a:r>
              <a:rPr lang="ru-RU" dirty="0" err="1"/>
              <a:t>ами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00E91C-2318-4374-B319-55F7E358A7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699" y="1690688"/>
            <a:ext cx="1271337" cy="10064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AC5C484-04F8-4ECE-BB07-E9529CC4AD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752" y="681037"/>
            <a:ext cx="1373332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10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е поле 2"/>
          <p:cNvSpPr txBox="1"/>
          <p:nvPr/>
        </p:nvSpPr>
        <p:spPr>
          <a:xfrm>
            <a:off x="1061085" y="280035"/>
            <a:ext cx="10417810" cy="362458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/>
            <a:r>
              <a:rPr lang="en-US" altLang="zh-CN" sz="2800" b="1" i="0" dirty="0" err="1">
                <a:solidFill>
                  <a:schemeClr val="bg1"/>
                </a:solidFill>
                <a:latin typeface="quote-cjk-patch"/>
                <a:ea typeface="quote-cjk-patch"/>
              </a:rPr>
              <a:t>Разработанный</a:t>
            </a:r>
            <a:r>
              <a:rPr lang="en-US" altLang="zh-CN" sz="2800" b="1" i="0" dirty="0">
                <a:solidFill>
                  <a:schemeClr val="bg1"/>
                </a:solidFill>
                <a:latin typeface="quote-cjk-patch"/>
                <a:ea typeface="quote-cjk-patch"/>
              </a:rPr>
              <a:t> </a:t>
            </a:r>
            <a:r>
              <a:rPr lang="en-US" altLang="zh-CN" sz="2800" b="1" i="0" dirty="0" err="1">
                <a:solidFill>
                  <a:schemeClr val="bg1"/>
                </a:solidFill>
                <a:latin typeface="quote-cjk-patch"/>
                <a:ea typeface="quote-cjk-patch"/>
              </a:rPr>
              <a:t>игровой</a:t>
            </a:r>
            <a:r>
              <a:rPr lang="en-US" altLang="zh-CN" sz="2800" b="1" i="0" dirty="0">
                <a:solidFill>
                  <a:schemeClr val="bg1"/>
                </a:solidFill>
                <a:latin typeface="quote-cjk-patch"/>
                <a:ea typeface="quote-cjk-patch"/>
              </a:rPr>
              <a:t> </a:t>
            </a:r>
            <a:r>
              <a:rPr lang="en-US" altLang="zh-CN" sz="2800" b="1" i="0" dirty="0" err="1">
                <a:solidFill>
                  <a:schemeClr val="bg1"/>
                </a:solidFill>
                <a:latin typeface="quote-cjk-patch"/>
                <a:ea typeface="quote-cjk-patch"/>
              </a:rPr>
              <a:t>прототип</a:t>
            </a:r>
            <a:r>
              <a:rPr lang="en-US" altLang="zh-CN" sz="2800" b="1" i="0" dirty="0">
                <a:solidFill>
                  <a:schemeClr val="bg1"/>
                </a:solidFill>
                <a:latin typeface="quote-cjk-patch"/>
                <a:ea typeface="quote-cjk-patch"/>
              </a:rPr>
              <a:t>: </a:t>
            </a:r>
            <a:r>
              <a:rPr lang="en-US" altLang="zh-CN" sz="2800" b="1" i="0" dirty="0" err="1">
                <a:solidFill>
                  <a:schemeClr val="bg1"/>
                </a:solidFill>
                <a:latin typeface="quote-cjk-patch"/>
                <a:ea typeface="quote-cjk-patch"/>
              </a:rPr>
              <a:t>ключевые</a:t>
            </a:r>
            <a:r>
              <a:rPr lang="en-US" altLang="zh-CN" sz="2800" b="1" i="0" dirty="0">
                <a:solidFill>
                  <a:schemeClr val="bg1"/>
                </a:solidFill>
                <a:latin typeface="quote-cjk-patch"/>
                <a:ea typeface="quote-cjk-patch"/>
              </a:rPr>
              <a:t> </a:t>
            </a:r>
            <a:r>
              <a:rPr lang="en-US" altLang="zh-CN" sz="2800" b="1" i="0" dirty="0" err="1">
                <a:solidFill>
                  <a:schemeClr val="bg1"/>
                </a:solidFill>
                <a:latin typeface="quote-cjk-patch"/>
                <a:ea typeface="quote-cjk-patch"/>
              </a:rPr>
              <a:t>результаты</a:t>
            </a:r>
            <a:endParaRPr lang="en-US" altLang="zh-CN" sz="2800" b="1" i="0" dirty="0">
              <a:solidFill>
                <a:schemeClr val="bg1"/>
              </a:solidFill>
              <a:latin typeface="quote-cjk-patch"/>
              <a:ea typeface="quote-cjk-patch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52450" y="1236980"/>
            <a:ext cx="10748645" cy="500443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ru-RU" altLang="en-US" sz="2800" b="0" i="0" dirty="0">
                <a:solidFill>
                  <a:schemeClr val="bg1"/>
                </a:solidFill>
                <a:ea typeface="quote-cjk-patch"/>
              </a:rPr>
              <a:t> 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Цель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достигнута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: 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Разработан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ru-RU" altLang="zh-CN" sz="2800" b="0" i="0" dirty="0">
                <a:solidFill>
                  <a:schemeClr val="bg1"/>
                </a:solidFill>
                <a:ea typeface="quote-cjk-patch"/>
              </a:rPr>
              <a:t>полно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функциональный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прототип</a:t>
            </a:r>
            <a:endParaRPr lang="en-US" altLang="zh-CN" sz="2800" b="0" i="0" dirty="0">
              <a:solidFill>
                <a:schemeClr val="bg1"/>
              </a:solidFill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ru-RU" altLang="en-US" sz="2800" b="0" i="0" dirty="0">
                <a:solidFill>
                  <a:schemeClr val="bg1"/>
                </a:solidFill>
                <a:ea typeface="quote-cjk-patch"/>
              </a:rPr>
              <a:t> 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Реализованный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геймплей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:</a:t>
            </a: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ru-RU" altLang="en-US" sz="2800" b="0" i="0" dirty="0">
                <a:solidFill>
                  <a:schemeClr val="bg1"/>
                </a:solidFill>
                <a:ea typeface="quote-cjk-patch"/>
              </a:rPr>
              <a:t> 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Управление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игроком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(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клавиши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  <a:cs typeface="Calibri" panose="020F0502020204030204" charset="0"/>
              </a:rPr>
              <a:t>WASD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,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поворот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  <a:cs typeface="Calibri" panose="020F0502020204030204" charset="0"/>
              </a:rPr>
              <a:t>Q/E).</a:t>
            </a:r>
            <a:endParaRPr lang="en-US" altLang="zh-CN" sz="2800" b="0" i="0" dirty="0">
              <a:solidFill>
                <a:schemeClr val="bg1"/>
              </a:solidFill>
              <a:ea typeface="quote-cjk-patch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ru-RU" altLang="en-US" sz="2800" b="0" i="0" dirty="0">
                <a:solidFill>
                  <a:schemeClr val="bg1"/>
                </a:solidFill>
                <a:ea typeface="quote-cjk-patch"/>
              </a:rPr>
              <a:t> 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Механика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стрельбы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(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пробел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и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левая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кнопка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мыши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).</a:t>
            </a: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ru-RU" altLang="en-US" sz="2800" b="0" i="0" dirty="0">
                <a:solidFill>
                  <a:schemeClr val="bg1"/>
                </a:solidFill>
                <a:ea typeface="quote-cjk-patch"/>
              </a:rPr>
              <a:t> 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Волновая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система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с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возрастающей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сложностью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(</a:t>
            </a:r>
            <a:r>
              <a:rPr lang="ru-RU" altLang="zh-CN" sz="2800" b="0" i="0" dirty="0">
                <a:solidFill>
                  <a:schemeClr val="bg1"/>
                </a:solidFill>
                <a:ea typeface="quote-cjk-patch"/>
              </a:rPr>
              <a:t>через модификаторы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).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ru-RU" altLang="en-US" sz="2800" b="0" i="0" dirty="0">
                <a:solidFill>
                  <a:schemeClr val="bg1"/>
                </a:solidFill>
                <a:ea typeface="quote-cjk-patch"/>
              </a:rPr>
              <a:t> 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Визуальные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улучшения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: 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Добавлены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всплывающие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подсказки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(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попадания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,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урон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,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восстановление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здоровья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)</a:t>
            </a:r>
            <a:endParaRPr lang="ru-RU" altLang="zh-CN" sz="2800" b="0" i="0" dirty="0">
              <a:solidFill>
                <a:schemeClr val="bg1"/>
              </a:solidFill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ru-RU" altLang="en-US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Интерфейс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: 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Реализован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экран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"</a:t>
            </a:r>
            <a:r>
              <a:rPr lang="en-US" altLang="zh-CN" sz="2800" i="0" dirty="0">
                <a:solidFill>
                  <a:schemeClr val="bg1"/>
                </a:solidFill>
                <a:ea typeface="quote-cjk-patch"/>
                <a:cs typeface="Calibri" panose="020F0502020204030204" charset="0"/>
              </a:rPr>
              <a:t>Game Ove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  <a:cs typeface="Calibri" panose="020F0502020204030204" charset="0"/>
              </a:rPr>
              <a:t>r 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с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возможностью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ввода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имени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для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сохранения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рекорда</a:t>
            </a:r>
            <a:r>
              <a:rPr lang="ru-RU" altLang="zh-CN" sz="2800" b="0" i="0" dirty="0">
                <a:solidFill>
                  <a:schemeClr val="bg1"/>
                </a:solidFill>
                <a:ea typeface="quote-cjk-patch"/>
              </a:rPr>
              <a:t> (ну на будущее)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е поле 3"/>
          <p:cNvSpPr txBox="1"/>
          <p:nvPr/>
        </p:nvSpPr>
        <p:spPr>
          <a:xfrm>
            <a:off x="2604135" y="286385"/>
            <a:ext cx="810260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2800" b="1" i="0" dirty="0" err="1">
                <a:solidFill>
                  <a:schemeClr val="bg1"/>
                </a:solidFill>
                <a:latin typeface="quote-cjk-patch"/>
                <a:ea typeface="quote-cjk-patch"/>
              </a:rPr>
              <a:t>Дальнейшее</a:t>
            </a:r>
            <a:r>
              <a:rPr lang="en-US" altLang="zh-CN" sz="2800" b="1" i="0" dirty="0">
                <a:solidFill>
                  <a:schemeClr val="bg1"/>
                </a:solidFill>
                <a:latin typeface="quote-cjk-patch"/>
                <a:ea typeface="quote-cjk-patch"/>
              </a:rPr>
              <a:t> </a:t>
            </a:r>
            <a:r>
              <a:rPr lang="en-US" altLang="zh-CN" sz="2800" b="1" i="0" dirty="0" err="1">
                <a:solidFill>
                  <a:schemeClr val="bg1"/>
                </a:solidFill>
                <a:latin typeface="quote-cjk-patch"/>
                <a:ea typeface="quote-cjk-patch"/>
              </a:rPr>
              <a:t>развитие</a:t>
            </a:r>
            <a:r>
              <a:rPr lang="ru-RU" altLang="zh-CN" sz="2800" b="1" i="0" dirty="0">
                <a:solidFill>
                  <a:schemeClr val="bg1"/>
                </a:solidFill>
                <a:latin typeface="quote-cjk-patch"/>
                <a:ea typeface="quote-cjk-patch"/>
              </a:rPr>
              <a:t> (заключение)</a:t>
            </a:r>
            <a:endParaRPr lang="en-US" altLang="zh-CN" sz="2800" b="1" i="0" dirty="0">
              <a:solidFill>
                <a:schemeClr val="bg1"/>
              </a:solidFill>
              <a:latin typeface="quote-cjk-patch"/>
              <a:ea typeface="quote-cjk-patch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94970" y="987425"/>
            <a:ext cx="11264265" cy="52273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ru-RU" altLang="en-US" sz="2800" b="0" i="0" dirty="0">
                <a:solidFill>
                  <a:schemeClr val="bg1"/>
                </a:solidFill>
                <a:ea typeface="quote-cjk-patch"/>
              </a:rPr>
              <a:t> 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Потенциал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для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улучшения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планы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на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будущее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.</a:t>
            </a: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ru-RU" altLang="en-US" sz="2800" b="0" i="0" dirty="0">
                <a:solidFill>
                  <a:schemeClr val="bg1"/>
                </a:solidFill>
                <a:ea typeface="quote-cjk-patch"/>
              </a:rPr>
              <a:t>  Сделать таблицу рекордов полноценную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.</a:t>
            </a: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ru-RU" altLang="en-US" sz="2800" b="0" i="0" dirty="0">
                <a:solidFill>
                  <a:schemeClr val="bg1"/>
                </a:solidFill>
                <a:ea typeface="quote-cjk-patch"/>
              </a:rPr>
              <a:t> 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Добавление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новых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типов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врагов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и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бонусов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  <a:cs typeface="Calibri" panose="020F0502020204030204" charset="0"/>
              </a:rPr>
              <a:t>(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аптечки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,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усиление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</a:rPr>
              <a:t> </a:t>
            </a:r>
            <a:r>
              <a:rPr lang="en-US" altLang="zh-CN" sz="2800" b="0" i="0" dirty="0" err="1">
                <a:solidFill>
                  <a:schemeClr val="bg1"/>
                </a:solidFill>
                <a:ea typeface="quote-cjk-patch"/>
              </a:rPr>
              <a:t>оружия</a:t>
            </a:r>
            <a:r>
              <a:rPr lang="en-US" altLang="zh-CN" sz="2800" b="0" i="0" dirty="0">
                <a:solidFill>
                  <a:schemeClr val="bg1"/>
                </a:solidFill>
                <a:ea typeface="quote-cjk-patch"/>
                <a:cs typeface="Calibri" panose="020F0502020204030204" charset="0"/>
              </a:rPr>
              <a:t>).</a:t>
            </a:r>
            <a:endParaRPr lang="en-US" altLang="zh-CN" sz="2800" b="0" i="0" dirty="0">
              <a:solidFill>
                <a:schemeClr val="bg1"/>
              </a:solidFill>
              <a:ea typeface="quote-cjk-patch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ru-RU" altLang="en-US" sz="2800" b="0" i="0" dirty="0">
                <a:solidFill>
                  <a:schemeClr val="bg1"/>
                </a:solidFill>
                <a:ea typeface="quote-cjk-patch"/>
              </a:rPr>
              <a:t>  </a:t>
            </a:r>
            <a:r>
              <a:rPr lang="ru-RU" altLang="zh-CN" sz="2800" b="0" i="0" dirty="0">
                <a:solidFill>
                  <a:schemeClr val="bg1"/>
                </a:solidFill>
                <a:ea typeface="quote-cjk-patch"/>
              </a:rPr>
              <a:t>Добавить анимации спрайтам.</a:t>
            </a: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ru-RU" altLang="zh-CN" sz="2800" dirty="0">
                <a:solidFill>
                  <a:schemeClr val="bg1"/>
                </a:solidFill>
                <a:ea typeface="quote-cjk-patch"/>
              </a:rPr>
              <a:t>  Добавить боссов</a:t>
            </a: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ru-RU" altLang="zh-CN" sz="2800" b="0" i="0" dirty="0">
                <a:solidFill>
                  <a:schemeClr val="bg1"/>
                </a:solidFill>
                <a:ea typeface="quote-cjk-patch"/>
              </a:rPr>
              <a:t>  Добавить разнообразия игровой карте</a:t>
            </a: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ru-RU" altLang="zh-CN" sz="2800" dirty="0">
                <a:solidFill>
                  <a:schemeClr val="bg1"/>
                </a:solidFill>
                <a:ea typeface="quote-cjk-patch"/>
              </a:rPr>
              <a:t>  (ВОЗМОЖНО</a:t>
            </a:r>
            <a:r>
              <a:rPr lang="en-US" altLang="zh-CN" sz="2800" dirty="0">
                <a:solidFill>
                  <a:schemeClr val="bg1"/>
                </a:solidFill>
                <a:ea typeface="quote-cjk-patch"/>
              </a:rPr>
              <a:t>,</a:t>
            </a:r>
            <a:r>
              <a:rPr lang="ru-RU" altLang="zh-CN" sz="2800" dirty="0">
                <a:solidFill>
                  <a:schemeClr val="bg1"/>
                </a:solidFill>
                <a:ea typeface="quote-cjk-patch"/>
              </a:rPr>
              <a:t> НЕ ТОЧНО) мультиплеер на 2 игроков</a:t>
            </a:r>
            <a:endParaRPr lang="en-US" altLang="zh-CN" sz="2800" b="0" i="0" dirty="0">
              <a:solidFill>
                <a:schemeClr val="bg1"/>
              </a:solidFill>
              <a:ea typeface="quote-cjk-patc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3822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185</Words>
  <Application>Microsoft Office PowerPoint</Application>
  <PresentationFormat>Широкоэкранный</PresentationFormat>
  <Paragraphs>26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quote-cjk-patch</vt:lpstr>
      <vt:lpstr>Тема Office</vt:lpstr>
      <vt:lpstr>Spacecube</vt:lpstr>
      <vt:lpstr>Введение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Spacecube</dc:title>
  <dc:creator>mishkafrede4444@gmail.com</dc:creator>
  <cp:lastModifiedBy>mishkafrede4444@gmail.com</cp:lastModifiedBy>
  <cp:revision>9</cp:revision>
  <dcterms:created xsi:type="dcterms:W3CDTF">2026-02-28T13:29:19Z</dcterms:created>
  <dcterms:modified xsi:type="dcterms:W3CDTF">2026-02-28T13:52:58Z</dcterms:modified>
</cp:coreProperties>
</file>